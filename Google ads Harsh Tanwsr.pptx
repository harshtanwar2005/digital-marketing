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5" r:id="rId3"/>
    <p:sldId id="274" r:id="rId4"/>
    <p:sldId id="27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4" r:id="rId23"/>
    <p:sldId id="323" r:id="rId24"/>
    <p:sldId id="325" r:id="rId25"/>
    <p:sldId id="326" r:id="rId26"/>
    <p:sldId id="327" r:id="rId27"/>
    <p:sldId id="328" r:id="rId28"/>
    <p:sldId id="329" r:id="rId29"/>
    <p:sldId id="330" r:id="rId30"/>
    <p:sldId id="33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9FCA-8126-69D9-EFC3-B45576CD0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F9CF7-ADD1-F71B-3B17-F5108D5BD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3A6B1-B7EB-8200-1396-34C3BDF9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13F4B-C2DE-C313-EA59-3B4DF1343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4EA8-A2E2-9111-78E1-2D901EB2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60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89C0-6BDB-CEDD-EDA8-35D7AC7F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3C5A-03A3-86F9-B0C2-066437C57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3B3CD-F098-960B-4005-135AC458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13466-B479-8985-DF8B-EE5398F18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E3C7-0FB9-E5A7-849A-EE7D3191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54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FF579-00DA-6662-58E7-CD29DAAF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8310E-D251-B377-58AF-BCB9095E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A57E3-94C2-A330-38C5-C44E891A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444AE-03E1-41FB-F906-C2BDD9BB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EBC0-FE5E-516D-65B4-32F232408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959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B19C-2DDE-2304-A813-2D34EABF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CD065-736B-77C6-74BD-E7FB32E1E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C35086-215F-7D03-339B-9A68FFD05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B9073-0CB0-C522-8B82-3E788286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08DF-F28A-6E36-384A-BB2A66903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70801-CFCC-A06C-58DC-DC9E93C4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61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C03D-9AFF-0D54-A378-FC0F93D74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409F5-F1E7-FAC9-0FEF-B90D33185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E27E04-48C1-0171-3891-A2DA3E94F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ADE0-5C8E-F47A-6437-7129E73BBB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3FD274-175D-807B-2098-3869B188F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1B53B-2970-F3CD-161D-C9726BDF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F9C71F-883B-5774-0950-A46D2EC5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4F2A6-12A6-4792-24C4-004C08A9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8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808A0-C893-AD59-15D8-BBFF4892A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B93B0-7D1D-B4B7-3A9D-CB6D42F6F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5906A-E79A-71C9-AECC-C2BD646E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2DD07A-2107-11EC-2FF7-7601792B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357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FC388F-4381-2E44-4B01-8B3CF6A4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43CA0-E22D-FF60-37B7-9244B398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1E10B-3C63-3A33-D65C-B4FB7F76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87DF-3BD7-7B5A-0148-89AD7052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92846-C571-C844-E15D-9AD37BD51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285E8-6E5E-7EFC-79A5-D3F74E053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28A5A-F5A0-9246-8C19-739A739C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9857B-241C-2A40-79C4-9B1F16E5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EFF94-CC22-4C0A-8316-479DDC80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3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33D9-BB08-F357-FB58-AFADF6BCA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78651F-B387-8832-6EB1-EBA8F7E42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05C27-70D9-E154-8EB6-5468EEDAF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15D60-8694-C187-EC70-D67B5851E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B8C24-97CD-CD8D-4F3B-376B1A0F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754A4-D0E9-B544-3202-41AA1A1D9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5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7A6C-A662-0846-37AE-03763D4A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C39D3-5862-6642-8DC6-D5EE0F9E5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09B4A-BE98-40DD-291A-FB2E4C91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7398C-EF19-3FC4-24D9-2198B2672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BD79A-CFC2-8A56-B042-ADDE151B9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32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20589-38EC-D66D-DA61-B5833C31E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B4F63-9ADC-10EA-E0EE-3A87AA925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D6D7A-D378-1177-A56B-2548048F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7D81-088F-5A69-6B9B-FACED5DF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9F4E7-3B9E-03FB-69D6-E1B51571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41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392052-9A95-5C5B-6C27-F45B700B1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AD520-4B4C-C368-B512-6806F96DD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2BB11-A47F-2456-0579-79437A24A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22256-D126-4C99-B5A3-8FCBB928EF29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3DC5D-B447-7239-1C7A-9EC60813E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D518B-325C-8F27-A53C-3C8820C32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15A8B-52D6-40BB-A47C-F4411E8FF6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07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6B1F3B8-1FB2-8EB6-5542-560406103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1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5003800" y="687008"/>
            <a:ext cx="2184400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 of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Submitted to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Toward Digital Marketing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000000"/>
                </a:solidFill>
                <a:latin typeface="Calibri-Bold"/>
              </a:rPr>
              <a:t>By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BCA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16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933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Semester </a:t>
            </a:r>
            <a:endParaRPr lang="en-IN" sz="1333" dirty="0"/>
          </a:p>
          <a:p>
            <a:pPr algn="ctr">
              <a:lnSpc>
                <a:spcPct val="150000"/>
              </a:lnSpc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Harsh Tanwar</a:t>
            </a:r>
            <a:endParaRPr lang="en-IN" sz="1333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5086483" y="5141384"/>
            <a:ext cx="2184400" cy="1301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345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345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106/10, Civil Lines, Ajmer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563C1"/>
                </a:solidFill>
                <a:latin typeface="Calibri" panose="020F0502020204030204" pitchFamily="34" charset="0"/>
              </a:rPr>
              <a:t>www.dezyneecole.com </a:t>
            </a:r>
            <a:endParaRPr lang="en-IN" sz="1200" dirty="0"/>
          </a:p>
          <a:p>
            <a:pPr algn="ctr">
              <a:lnSpc>
                <a:spcPct val="150000"/>
              </a:lnSpc>
              <a:buNone/>
            </a:pPr>
            <a:r>
              <a:rPr lang="en-IN" sz="1344" dirty="0">
                <a:solidFill>
                  <a:srgbClr val="000000"/>
                </a:solidFill>
                <a:latin typeface="Calibri" panose="020F0502020204030204" pitchFamily="34" charset="0"/>
              </a:rPr>
              <a:t>2026-2027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5399587" y="4434444"/>
            <a:ext cx="1558191" cy="76683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Assignment Report</a:t>
            </a:r>
            <a:endParaRPr lang="en-IN" sz="2133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1698135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Acknowledgement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477520" y="1394545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</a:rPr>
              <a:t>Dezyne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 École College for providing us with the knowledge, </a:t>
            </a:r>
            <a:endParaRPr lang="en-IN" sz="1600" dirty="0"/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467360" y="199196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Our deepest thanks to our respected Principal, Dr. Vinita Mathur, for her visionary leadership and continuous encouragement. </a:t>
            </a:r>
          </a:p>
          <a:p>
            <a:r>
              <a:rPr lang="en-IN" sz="16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477520" y="2665616"/>
            <a:ext cx="1171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We are equally thankful to all our faculty members for their consistent support, expert advice, and valuable insights that </a:t>
            </a:r>
          </a:p>
          <a:p>
            <a:r>
              <a:rPr lang="en-IN" sz="16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487680" y="328489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477520" y="366822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We are proud to be part of </a:t>
            </a:r>
            <a:r>
              <a:rPr lang="en-IN" sz="1600" dirty="0" err="1"/>
              <a:t>Dezyne</a:t>
            </a:r>
            <a:r>
              <a:rPr lang="en-IN" sz="1600" dirty="0"/>
              <a:t> École College, an institution that truly nurtures professionalism, innovation, and purpose.</a:t>
            </a:r>
            <a:endParaRPr lang="en-IN" sz="2133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477520" y="427071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With sincere appreciation,</a:t>
            </a:r>
            <a:endParaRPr lang="en-IN" sz="2667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477520" y="4619173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H</a:t>
            </a:r>
            <a:r>
              <a:rPr lang="en-IN" sz="1600" dirty="0" err="1"/>
              <a:t>arsh</a:t>
            </a:r>
            <a:r>
              <a:rPr lang="en-IN" sz="1600" dirty="0"/>
              <a:t> Tanwar</a:t>
            </a:r>
            <a:endParaRPr lang="en-IN" sz="2133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477520" y="499572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/>
              <a:t>Department – BCA</a:t>
            </a:r>
            <a:endParaRPr lang="en-IN" sz="26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477520" y="5372267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 err="1"/>
              <a:t>Dezyne</a:t>
            </a:r>
            <a:r>
              <a:rPr lang="en-IN" sz="1600" dirty="0"/>
              <a:t> École College, Ajmer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508000" y="78740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000000"/>
                </a:solidFill>
                <a:latin typeface="Calibri-Bold"/>
              </a:rPr>
              <a:t>ASSIGNMENT FOLIO</a:t>
            </a:r>
            <a:endParaRPr lang="en-IN" sz="1867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9296400" y="416841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Case Study</a:t>
            </a:r>
            <a:endParaRPr lang="en-IN" sz="266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518160" y="386080"/>
            <a:ext cx="289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</a:rPr>
              <a:t>Digital Marketing</a:t>
            </a:r>
            <a:endParaRPr lang="en-IN" sz="2667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513080" y="603313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467360" y="1744188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Increase Website Traffic, Generate Quality Leads, Improve Brand Visibility, Boost Course </a:t>
            </a:r>
            <a:r>
              <a:rPr lang="en-IN" sz="1600" dirty="0" err="1"/>
              <a:t>Enrollments</a:t>
            </a:r>
            <a:r>
              <a:rPr lang="en-IN" sz="1600" dirty="0"/>
              <a:t> &amp; Maximise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467360" y="1514745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Objective:</a:t>
            </a:r>
            <a:endParaRPr lang="en-IN" sz="266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467360" y="2522287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Targeted high-intent keywords related to computer courses.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467360" y="2292844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1. Search Campaign Strategy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467360" y="319920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Separate ad groups for each course to improve relevant and Quality Score.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467360" y="2969760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2. Structure Ad Groups</a:t>
            </a:r>
            <a:endParaRPr lang="en-IN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467360" y="3895753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Mobile-friendly design with strong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467360" y="366631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3. Optimized Wix Landing Page</a:t>
            </a:r>
            <a:endParaRPr lang="en-IN" sz="3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467360" y="4592304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Measure form submission and call clicks for performance analysis.</a:t>
            </a:r>
            <a:endParaRPr lang="en-IN" sz="2133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467360" y="4362861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4. Conversion Tracking Setup</a:t>
            </a:r>
            <a:endParaRPr lang="en-IN" sz="2133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528320" y="6287270"/>
            <a:ext cx="11165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1867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467360" y="5279729"/>
            <a:ext cx="10708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Used “Maximize Conversions” to optimize ad spend automatically.</a:t>
            </a:r>
            <a:endParaRPr lang="en-IN" sz="213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467360" y="5050286"/>
            <a:ext cx="11714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5. Smart Bidding Strategy</a:t>
            </a:r>
            <a:endParaRPr lang="en-IN" sz="2133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6C8572-A5C6-4CC9-F9D0-0349C7A47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62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FAD1B0-62B8-93F6-A063-E9C51BF56D06}"/>
              </a:ext>
            </a:extLst>
          </p:cNvPr>
          <p:cNvSpPr txBox="1"/>
          <p:nvPr/>
        </p:nvSpPr>
        <p:spPr>
          <a:xfrm>
            <a:off x="1709530" y="1"/>
            <a:ext cx="88657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Google Ads -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1DD5-3613-3BED-6CF6-E62AEBA07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13" y="88232"/>
            <a:ext cx="1070113" cy="927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4998EB-DA7C-D338-5D3B-9AD4B3EB77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7"/>
          <a:stretch/>
        </p:blipFill>
        <p:spPr>
          <a:xfrm>
            <a:off x="1046922" y="1280708"/>
            <a:ext cx="10098155" cy="53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53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5FFC82-2FCB-07A7-983A-9EE24D5885F5}"/>
              </a:ext>
            </a:extLst>
          </p:cNvPr>
          <p:cNvSpPr txBox="1"/>
          <p:nvPr/>
        </p:nvSpPr>
        <p:spPr>
          <a:xfrm>
            <a:off x="852753" y="0"/>
            <a:ext cx="104864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Account Setup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967536-A148-4810-3A6B-DC13AFA61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70" y="90282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5010E-A905-A8A5-DFF4-AB16000231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0" r="46682" b="7404"/>
          <a:stretch/>
        </p:blipFill>
        <p:spPr>
          <a:xfrm>
            <a:off x="6270171" y="1431330"/>
            <a:ext cx="4702630" cy="5172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9D2DD6-6309-301D-C37D-5888F33DB9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1" t="13104" r="23453"/>
          <a:stretch/>
        </p:blipFill>
        <p:spPr>
          <a:xfrm>
            <a:off x="1059542" y="1431330"/>
            <a:ext cx="4702630" cy="517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9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6CD85-B5FF-8DDF-4A51-BA7F9965A06B}"/>
              </a:ext>
            </a:extLst>
          </p:cNvPr>
          <p:cNvSpPr txBox="1"/>
          <p:nvPr/>
        </p:nvSpPr>
        <p:spPr>
          <a:xfrm>
            <a:off x="1618343" y="0"/>
            <a:ext cx="9361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Google Ads Account Setup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6680C4-077A-5976-55DB-2F61EF301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70" y="90282"/>
            <a:ext cx="1070113" cy="9274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6F4138-132C-3719-8C5A-B8C3C33D49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1" t="30601" r="23453"/>
          <a:stretch/>
        </p:blipFill>
        <p:spPr>
          <a:xfrm>
            <a:off x="3061252" y="1260060"/>
            <a:ext cx="6069496" cy="529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21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C7781B-D406-5091-09FB-165ED30649F8}"/>
              </a:ext>
            </a:extLst>
          </p:cNvPr>
          <p:cNvSpPr txBox="1"/>
          <p:nvPr/>
        </p:nvSpPr>
        <p:spPr>
          <a:xfrm>
            <a:off x="875731" y="0"/>
            <a:ext cx="104405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EA0A84-5328-D21B-3424-34881CD64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70" y="90282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E1C187-ACAC-4E4D-EF1A-2C1F848B3E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9"/>
          <a:stretch/>
        </p:blipFill>
        <p:spPr>
          <a:xfrm>
            <a:off x="539464" y="1198710"/>
            <a:ext cx="11113069" cy="556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1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9B6197-5EA2-85EE-60B5-CB68EBBF0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057" y="1833340"/>
            <a:ext cx="9971314" cy="43642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3D4F7F-7DEB-ACF6-25EB-C91BB62E2828}"/>
              </a:ext>
            </a:extLst>
          </p:cNvPr>
          <p:cNvSpPr txBox="1"/>
          <p:nvPr/>
        </p:nvSpPr>
        <p:spPr>
          <a:xfrm>
            <a:off x="1712684" y="0"/>
            <a:ext cx="876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4E8F16-BF8A-4BE2-47CD-EFBA75806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3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FCE342-3F48-5260-F691-E1BC19773FC1}"/>
              </a:ext>
            </a:extLst>
          </p:cNvPr>
          <p:cNvSpPr txBox="1"/>
          <p:nvPr/>
        </p:nvSpPr>
        <p:spPr>
          <a:xfrm>
            <a:off x="1698171" y="0"/>
            <a:ext cx="87956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Campaign Objective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9CAD6-D80D-308F-9EE5-6CA986675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70" y="90282"/>
            <a:ext cx="1070113" cy="927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86FB57-45D5-68A6-C0EB-CA8DF313DD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80" t="8962" r="19023" b="6558"/>
          <a:stretch/>
        </p:blipFill>
        <p:spPr>
          <a:xfrm>
            <a:off x="1146627" y="1181273"/>
            <a:ext cx="9898743" cy="558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1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F6EF72-FEC9-962D-3DD5-0973F25CEA92}"/>
              </a:ext>
            </a:extLst>
          </p:cNvPr>
          <p:cNvSpPr txBox="1"/>
          <p:nvPr/>
        </p:nvSpPr>
        <p:spPr>
          <a:xfrm>
            <a:off x="1422400" y="0"/>
            <a:ext cx="934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Campaign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B1BD59-35CD-6C63-EEF8-9040B2CF7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70" y="90282"/>
            <a:ext cx="1070113" cy="927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46331-6AB1-BE71-04D2-949FF8C117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84" y="1290611"/>
            <a:ext cx="10668631" cy="532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13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1C0C2-6613-0F5D-D4AC-AEE0B2861349}"/>
              </a:ext>
            </a:extLst>
          </p:cNvPr>
          <p:cNvSpPr txBox="1"/>
          <p:nvPr/>
        </p:nvSpPr>
        <p:spPr>
          <a:xfrm>
            <a:off x="3251200" y="0"/>
            <a:ext cx="568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Bidding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4F66DB-0323-08C2-A01F-FC15F9E8D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170" y="90282"/>
            <a:ext cx="1070113" cy="9274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7ABB2F-CF19-7E63-CEA7-F7C7B6A5E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8" t="7213" r="23061" b="29713"/>
          <a:stretch>
            <a:fillRect/>
          </a:stretch>
        </p:blipFill>
        <p:spPr>
          <a:xfrm>
            <a:off x="1320801" y="1200329"/>
            <a:ext cx="9158514" cy="541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67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5CE5CC-1603-54D6-AFC6-8BAF56198BD4}"/>
              </a:ext>
            </a:extLst>
          </p:cNvPr>
          <p:cNvSpPr txBox="1"/>
          <p:nvPr/>
        </p:nvSpPr>
        <p:spPr>
          <a:xfrm>
            <a:off x="725715" y="96435"/>
            <a:ext cx="118146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Campaign Setting: Location and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31859-D71D-9C1C-8529-12AF8AB7E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71557F-03F0-C341-D26B-AD3A9E857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57" y="927432"/>
            <a:ext cx="10145486" cy="551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652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515866-9ED8-EF6D-FF37-4F7F107B65ED}"/>
              </a:ext>
            </a:extLst>
          </p:cNvPr>
          <p:cNvSpPr txBox="1"/>
          <p:nvPr/>
        </p:nvSpPr>
        <p:spPr>
          <a:xfrm>
            <a:off x="783771" y="0"/>
            <a:ext cx="106244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Campaign Setting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757AA3-6A39-540D-968A-B9367651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70113" cy="9274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500349-DB62-E783-E2DF-042DCDDBA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4" t="10114" r="21864" b="3622"/>
          <a:stretch>
            <a:fillRect/>
          </a:stretch>
        </p:blipFill>
        <p:spPr>
          <a:xfrm>
            <a:off x="2890168" y="1152000"/>
            <a:ext cx="6411664" cy="565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20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D9412D-E75A-1202-2E0F-6289032A41F6}"/>
              </a:ext>
            </a:extLst>
          </p:cNvPr>
          <p:cNvSpPr txBox="1"/>
          <p:nvPr/>
        </p:nvSpPr>
        <p:spPr>
          <a:xfrm>
            <a:off x="518885" y="0"/>
            <a:ext cx="11154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Setting: Asset Group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D7E9E-7BA9-3EAB-7CB1-CD24A90F6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0054D6-A566-3BF1-13E0-8FCF78B54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70" y="1024930"/>
            <a:ext cx="9347199" cy="57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33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C6A245-1368-8DFE-B509-60F8F1A06B48}"/>
              </a:ext>
            </a:extLst>
          </p:cNvPr>
          <p:cNvSpPr txBox="1"/>
          <p:nvPr/>
        </p:nvSpPr>
        <p:spPr>
          <a:xfrm>
            <a:off x="707570" y="-49430"/>
            <a:ext cx="10776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Setting: Asset 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3AE8B-D43F-539D-388F-A9E5F2B09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B66C81-90CF-31DC-08DB-DE6F9BDB5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027" y="923330"/>
            <a:ext cx="8893944" cy="565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75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CF4DB6-1DB6-0614-8DD0-23F9DE14A77B}"/>
              </a:ext>
            </a:extLst>
          </p:cNvPr>
          <p:cNvSpPr txBox="1"/>
          <p:nvPr/>
        </p:nvSpPr>
        <p:spPr>
          <a:xfrm>
            <a:off x="707570" y="-49430"/>
            <a:ext cx="10776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Setting: Asset 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AC242A-449F-B231-AC2F-DC0A2173F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F427C4-0D68-B02B-B64F-23AA63965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611" y="873900"/>
            <a:ext cx="8846774" cy="578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70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00D81-55E6-19AE-E8D0-D42FC2416F71}"/>
              </a:ext>
            </a:extLst>
          </p:cNvPr>
          <p:cNvSpPr txBox="1"/>
          <p:nvPr/>
        </p:nvSpPr>
        <p:spPr>
          <a:xfrm>
            <a:off x="707570" y="-49430"/>
            <a:ext cx="10776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Setting: Asset 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D1379B-58DE-9503-5AD5-299C9ED44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2B6A85-6EB4-5EBE-0EC1-3FBCC9105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226" y="1011786"/>
            <a:ext cx="6934750" cy="584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10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2DE9E-5F3B-8ECF-80E0-88D5A776C8BE}"/>
              </a:ext>
            </a:extLst>
          </p:cNvPr>
          <p:cNvSpPr txBox="1"/>
          <p:nvPr/>
        </p:nvSpPr>
        <p:spPr>
          <a:xfrm>
            <a:off x="1124857" y="0"/>
            <a:ext cx="99422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Setting: 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543E8-3063-BC91-FD59-A539FCF51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6BF3F-76E2-A378-8BC3-D857E681F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29" y="1355310"/>
            <a:ext cx="10406742" cy="484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56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854F76-5986-2106-8A3C-41D1439EF21E}"/>
              </a:ext>
            </a:extLst>
          </p:cNvPr>
          <p:cNvSpPr txBox="1"/>
          <p:nvPr/>
        </p:nvSpPr>
        <p:spPr>
          <a:xfrm>
            <a:off x="261257" y="0"/>
            <a:ext cx="11669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Setting: Signals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6DDB2A-96AF-DF1D-8B2C-6F4ADAD50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F86005-513E-6C03-3ABE-017D298445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970" y="1128883"/>
            <a:ext cx="9394686" cy="54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73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FB370-7095-B87C-C4B0-9E28EC2C104B}"/>
              </a:ext>
            </a:extLst>
          </p:cNvPr>
          <p:cNvSpPr txBox="1"/>
          <p:nvPr/>
        </p:nvSpPr>
        <p:spPr>
          <a:xfrm>
            <a:off x="1117600" y="4102"/>
            <a:ext cx="11074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Campaign Setting: Asset Group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67FFF-1215-C61B-E898-5847AFFF8D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2E7E60-FCBB-07A9-0F57-13ADB945B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086" y="1030514"/>
            <a:ext cx="7692571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57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39D08A-B545-6857-EEDA-9F2D9DB8C854}"/>
              </a:ext>
            </a:extLst>
          </p:cNvPr>
          <p:cNvSpPr txBox="1"/>
          <p:nvPr/>
        </p:nvSpPr>
        <p:spPr>
          <a:xfrm>
            <a:off x="3069771" y="0"/>
            <a:ext cx="6052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Ads Preview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01102B-3939-5C68-A04B-8408D4353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679871-36FC-72FF-3FE0-01C90A7C0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017" y="1126325"/>
            <a:ext cx="2819794" cy="48870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C1798C-37F1-8C65-204E-2F9B1E57F9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02" y="1126325"/>
            <a:ext cx="2819794" cy="48870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F5EAA6-CFDD-D47F-BE12-CDA5C9E041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13" y="1126325"/>
            <a:ext cx="2829320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805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264A7D-88C8-4343-302C-1F29ABCC3D34}"/>
              </a:ext>
            </a:extLst>
          </p:cNvPr>
          <p:cNvSpPr txBox="1"/>
          <p:nvPr/>
        </p:nvSpPr>
        <p:spPr>
          <a:xfrm>
            <a:off x="3077029" y="-33600"/>
            <a:ext cx="6037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Ads Preview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8869D-CD40-88E7-E1B0-C1F603F9B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36146F-0CC4-E18A-B255-19CCF9A6F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971" y="1118400"/>
            <a:ext cx="2848373" cy="4867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2A58D7-232D-A6AB-4B8D-EB9B522039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703" y="1099347"/>
            <a:ext cx="2819794" cy="4887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6A11B-041A-C713-4107-35EBD485A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738" y="1113637"/>
            <a:ext cx="2753109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751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55583-5FC7-A203-FBA2-079FC761CCA6}"/>
              </a:ext>
            </a:extLst>
          </p:cNvPr>
          <p:cNvSpPr txBox="1"/>
          <p:nvPr/>
        </p:nvSpPr>
        <p:spPr>
          <a:xfrm>
            <a:off x="3077029" y="-33600"/>
            <a:ext cx="6037942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Ads Preview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DF9FF-7B69-AA70-3BB2-2040021F4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4EE6A1-9D16-6846-2DBA-CE408362B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334" y="1495908"/>
            <a:ext cx="2661313" cy="49243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3EBCF6-6FB9-17C7-5ED8-D1BB5CBA6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977" y="1495908"/>
            <a:ext cx="2710642" cy="4924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032D92-36F0-4CBD-7A84-FAB0B809F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26" y="1495907"/>
            <a:ext cx="2688587" cy="49243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7E84C9-8C6A-D80D-172B-1912B3A2D7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328" y="1495907"/>
            <a:ext cx="2688470" cy="492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30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CC0700-4419-A039-0CA7-C5F560D8A8F2}"/>
              </a:ext>
            </a:extLst>
          </p:cNvPr>
          <p:cNvSpPr txBox="1"/>
          <p:nvPr/>
        </p:nvSpPr>
        <p:spPr>
          <a:xfrm>
            <a:off x="2184399" y="0"/>
            <a:ext cx="7823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Google Ads Budget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43E1E-F13D-3525-CD35-1C953DF82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A77A54-AA98-6260-D18D-F413A27C4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486" y="1088669"/>
            <a:ext cx="8360228" cy="544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316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5458A-A4E4-7F84-79E9-90450EDED2EB}"/>
              </a:ext>
            </a:extLst>
          </p:cNvPr>
          <p:cNvSpPr txBox="1"/>
          <p:nvPr/>
        </p:nvSpPr>
        <p:spPr>
          <a:xfrm>
            <a:off x="471714" y="0"/>
            <a:ext cx="112485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Google Ads Campaign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60AEAB-A677-8CBD-6E6F-27E124249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8CEFB0-1F50-F0D1-D1BB-384CAFF5A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14" y="1112016"/>
            <a:ext cx="5624286" cy="5551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DE31FC-4122-069A-BDBE-D66946CDF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058" y="1112016"/>
            <a:ext cx="5492397" cy="555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24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FB2DB-2B76-D3FF-6616-219260EBA675}"/>
              </a:ext>
            </a:extLst>
          </p:cNvPr>
          <p:cNvSpPr txBox="1"/>
          <p:nvPr/>
        </p:nvSpPr>
        <p:spPr>
          <a:xfrm>
            <a:off x="333828" y="0"/>
            <a:ext cx="11524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/>
              <a:t>Google Ads Campaign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3A0427-60A0-8017-4C88-609DBAE6E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B35D65-9179-BD30-E1B3-DE08851FDE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399" y="923330"/>
            <a:ext cx="6763657" cy="56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1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B704BF-071B-751D-3020-3B31014729D9}"/>
              </a:ext>
            </a:extLst>
          </p:cNvPr>
          <p:cNvSpPr txBox="1"/>
          <p:nvPr/>
        </p:nvSpPr>
        <p:spPr>
          <a:xfrm>
            <a:off x="362857" y="4102"/>
            <a:ext cx="11248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/>
              <a:t>Google Ads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C8FEBB-6030-F599-7AA7-1EE6E2764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57" y="0"/>
            <a:ext cx="1070113" cy="9274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6209CE-B8D3-DB92-5D24-E612A728A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04475"/>
            <a:ext cx="10058400" cy="541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46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54E130-68E0-A808-A778-CAAB882C0C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965" y="290286"/>
            <a:ext cx="9790070" cy="61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8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141</TotalTime>
  <Words>396</Words>
  <Application>Microsoft Office PowerPoint</Application>
  <PresentationFormat>Widescreen</PresentationFormat>
  <Paragraphs>76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 Tanwar</dc:creator>
  <cp:lastModifiedBy>Harsh Tanwar</cp:lastModifiedBy>
  <cp:revision>3</cp:revision>
  <dcterms:created xsi:type="dcterms:W3CDTF">2026-06-05T12:23:46Z</dcterms:created>
  <dcterms:modified xsi:type="dcterms:W3CDTF">2026-06-17T04:52:00Z</dcterms:modified>
</cp:coreProperties>
</file>